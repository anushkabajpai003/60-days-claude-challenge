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5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HABIT COACH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Claude-powered accountability partner for building habits that stick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·  Capstone Project  · 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fail at habits because they don't know what to do.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fail because they lose consistency — and most tracking apps offer nothing when that happens except a blank checkbox.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76" dirty="0"/>
          </a:p>
        </p:txBody>
      </p:sp>
      <p:sp>
        <p:nvSpPr>
          <p:cNvPr id="7" name="Text 5"/>
          <p:cNvSpPr/>
          <p:nvPr/>
        </p:nvSpPr>
        <p:spPr>
          <a:xfrm>
            <a:off x="1143000" y="33832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72160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data but never explains WHY you're slipping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76" dirty="0"/>
          </a:p>
        </p:txBody>
      </p:sp>
      <p:sp>
        <p:nvSpPr>
          <p:cNvPr id="11" name="Text 9"/>
          <p:cNvSpPr/>
          <p:nvPr/>
        </p:nvSpPr>
        <p:spPr>
          <a:xfrm>
            <a:off x="1143000" y="42519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empathy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59028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day feels like silent failure, not a conversation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76" dirty="0"/>
          </a:p>
        </p:txBody>
      </p:sp>
      <p:sp>
        <p:nvSpPr>
          <p:cNvPr id="15" name="Text 13"/>
          <p:cNvSpPr/>
          <p:nvPr/>
        </p:nvSpPr>
        <p:spPr>
          <a:xfrm>
            <a:off x="1143000" y="51206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45896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to your specific patterns or struggles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55280" y="13716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02545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275320" y="306324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abandon new habits within the first few weeks — most often after just one missed day breaks momentum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0" y="5257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 figure — motivation for the problem)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2FAF9"/>
          </a:solidFill>
          <a:ln w="12700">
            <a:solidFill>
              <a:srgbClr val="D8E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The Builder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app personally, every day, to build real habits and validate the product hands-on before wider release.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2FAF9"/>
          </a:solidFill>
          <a:ln w="12700">
            <a:solidFill>
              <a:srgbClr val="D8E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874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trying to build or maintain personal habits — students, professionals, hobbyists — who want lightweight tracking plus real encouragement.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2F4F3"/>
          </a:solidFill>
          <a:ln w="12700">
            <a:solidFill>
              <a:srgbClr val="D8E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874520"/>
            <a:ext cx="502920" cy="502920"/>
          </a:xfrm>
          <a:prstGeom prst="ellipse">
            <a:avLst/>
          </a:prstGeom>
          <a:solidFill>
            <a:srgbClr val="E9EDEC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503920" y="2606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(v1.0)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03920" y="32004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organizations, or coaches managing multiple clients — multi-tenant use is intentionally out of scope for now.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5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habit tracker with a genuine AI coach built in — powered by real Claude API calls, not scripted responses.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A4A5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habit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name — no clutter, no setup friction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4688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A4A50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697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429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daily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40233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tap, yes/no, under 10 seconds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24688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A4A5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2697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3429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real AI coaching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40233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insights, and conversation from Claude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(v1.0)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819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E0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Habits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habit by name — fully user-defined, not a fixed list.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5819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E0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17720" y="2194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Tracking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17720" y="258775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daily yes/no check-ins with automatic streak calculation.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5819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E0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458200" y="2194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Motivation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58200" y="258775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a short, personalized message after every check-in.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593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E0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Insights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96519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real behavioral patterns (e.g. weekday misses) and explains them supportively.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9120" y="37947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9593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E0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17720" y="4572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Chat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17720" y="496519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back-and-forth conversation with the AI about your progress or struggles.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0" y="37947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39593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FE0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458200" y="4572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Sync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58200" y="496519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shared cloud database — no login needed, data follows you anywhere.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AF9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7276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651760" y="157276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0" y="1572768"/>
            <a:ext cx="5623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fast to build solo, ideal for a 1–2 hr/day pace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AF9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3288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51760" y="253288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2532888"/>
            <a:ext cx="5623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dev, migrating to a free hosted Postgres for production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AF9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9300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51760" y="349300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3493008"/>
            <a:ext cx="5623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 calls power motivation, insights, and chat — not scripted 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AF9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5312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51760" y="445312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vanilla CSS/JS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4453128"/>
            <a:ext cx="5623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Server-rendered, responsive, no heavy framework needed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AF9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41324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51760" y="541324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(free tier)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5413248"/>
            <a:ext cx="5623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live URL with a real hosted database, no cost barrier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5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deferred from v1.0 to protect a focused, fully-working launch — not because they aren't valuable.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957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76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67004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Login/signup with private, per-user data isolation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76" dirty="0"/>
          </a:p>
        </p:txBody>
      </p:sp>
      <p:sp>
        <p:nvSpPr>
          <p:cNvPr id="12" name="Text 10"/>
          <p:cNvSpPr/>
          <p:nvPr/>
        </p:nvSpPr>
        <p:spPr>
          <a:xfrm>
            <a:off x="7040880" y="2286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Schedules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67004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categories, tags, and "3x per week" style targets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08736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616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email, or SMS notifications to prompt check-ins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A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408736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76" dirty="0"/>
          </a:p>
        </p:txBody>
      </p:sp>
      <p:sp>
        <p:nvSpPr>
          <p:cNvPr id="22" name="Text 20"/>
          <p:cNvSpPr/>
          <p:nvPr/>
        </p:nvSpPr>
        <p:spPr>
          <a:xfrm>
            <a:off x="7040880" y="3977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Auto-Adjust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3616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suggests goal changes; user approves rather than auto-applies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5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person deserves an accountability partner that actually understands them — not a checkbox, a coach.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Habit Coach starts as a simple, focused tool built and proven by its own creator — and grows into a platform where anyone can build lasting habits with the support of an AI that notices, adapts, and genuinely cares about their progress.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v1.0  ·  Built in 10 days  ·  AB Talks 60-Day Claude AI Challenge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2026-07-21T11:11:33Z</dcterms:created>
  <dcterms:modified xsi:type="dcterms:W3CDTF">2026-07-21T11:11:33Z</dcterms:modified>
</cp:coreProperties>
</file>